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HEM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bioviz/local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DADE2"/>
                </a:solidFill>
              </a:rPr>
              <a:t>BioViz Local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KEGG Pathway Analysis Report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5661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DADE2"/>
                </a:solidFill>
              </a:rPr>
              <a:t>Pathway ID: hsa04640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</a:rPr>
              <a:t>Generated: 2025/12/9 18:57:57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Generated by BioViz Local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Methodology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EEEEEE"/>
                </a:solidFill>
              </a:rPr>
              <a:t>Gene expression data was mapped to KEGG Pathway </a:t>
            </a:r>
            <a:pPr indent="0" marL="0">
              <a:lnSpc>
                <a:spcPts val="3000"/>
              </a:lnSpc>
              <a:buNone/>
            </a:pPr>
            <a:r>
              <a:rPr lang="en-US" sz="1800" b="1" dirty="0">
                <a:solidFill>
                  <a:srgbClr val="5DADE2"/>
                </a:solidFill>
              </a:rPr>
              <a:t>[hsa04640]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EEEEEE"/>
                </a:solidFill>
              </a:rPr>
              <a:t>. Color coding represents Log2 Fold Change (Red=Up, Blue=Down). Data processing and visualization were performed by </a:t>
            </a:r>
            <a:pPr indent="0" marL="0">
              <a:lnSpc>
                <a:spcPts val="3000"/>
              </a:lnSpc>
              <a:buNone/>
            </a:pPr>
            <a:r>
              <a:rPr lang="en-US" sz="1800" b="1" dirty="0">
                <a:solidFill>
                  <a:srgbClr val="5DADE2"/>
                </a:solidFill>
              </a:rPr>
              <a:t>BioViz Local v0.1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EEEEEE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Pathway Map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914400"/>
            <a:ext cx="8778240" cy="4114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Summary Statistics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371600"/>
          <a:ext cx="6400800" cy="914400"/>
        </p:xfrm>
        <a:graphic>
          <a:graphicData uri="http://schemas.openxmlformats.org/drawingml/2006/table">
            <a:tbl>
              <a:tblPr/>
              <a:tblGrid>
                <a:gridCol w="2133600"/>
                <a:gridCol w="2133600"/>
                <a:gridCol w="2133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DAD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DAD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Percentage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DADE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Total Nodes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19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100%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Upregulated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14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73.7%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CDC4"/>
                          </a:solidFill>
                        </a:rPr>
                        <a:t>Downregulated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CDC4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CDC4"/>
                          </a:solidFill>
                        </a:rPr>
                        <a:t>21.1%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Findings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1600" dirty="0">
                <a:solidFill>
                  <a:srgbClr val="EEEEEE"/>
                </a:solidFill>
              </a:rPr>
              <a:t>14 genes are upregulated.</a:t>
            </a:r>
            <a:endParaRPr lang="en-US" sz="16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endParaRPr lang="en-US" sz="16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1600" dirty="0">
                <a:solidFill>
                  <a:srgbClr val="EEEEEE"/>
                </a:solidFill>
              </a:rPr>
              <a:t>4 genes are downregulated.</a:t>
            </a:r>
            <a:endParaRPr lang="en-US" sz="16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endParaRPr lang="en-US" sz="16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1600" dirty="0">
                <a:solidFill>
                  <a:srgbClr val="EEEEEE"/>
                </a:solidFill>
              </a:rPr>
              <a:t>1 items show no significant change or were not detected.</a:t>
            </a:r>
            <a:endParaRPr lang="en-US" sz="16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endParaRPr lang="en-US" sz="16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1600" dirty="0">
                <a:solidFill>
                  <a:srgbClr val="EEEEEE"/>
                </a:solidFill>
              </a:rPr>
              <a:t>Pathway Coverage: 100.0% of total pathway nodes.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Expression Details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Gene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DAD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Expression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DAD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DADE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Neutrophil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3.00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GMP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2.50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72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CD4+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T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cell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2.00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Monocyte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1.80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Macrophage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1.50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B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cell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CDC4"/>
                          </a:solidFill>
                        </a:rPr>
                        <a:t>-1.50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CDC4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72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CMP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CDC4"/>
                          </a:solidFill>
                        </a:rPr>
                        <a:t>-1.20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CDC4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T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cell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1.20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CLP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0.80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Pro-B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cell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CDC4"/>
                          </a:solidFill>
                        </a:rPr>
                        <a:t>-0.80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CDC4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72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NK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cell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0.60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HSC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0.50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MEP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CDC4"/>
                          </a:solidFill>
                        </a:rPr>
                        <a:t>-0.50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CDC4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CD8+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T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cell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0.50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72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Pro-T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cell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0.40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MPP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0.20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NK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precursor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0.20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Eosinophil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0.10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72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Basophil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CDC4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CDC4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References &amp; Acknowledgements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EEEEEE"/>
                </a:solidFill>
              </a:rPr>
              <a:t>1. Kanehisa, M. and Goto, S.; KEGG: Kyoto Encyclopedia of Genes and Genomes. Nucleic Acids Res. 28, 27-30 (2000).</a:t>
            </a:r>
            <a:endParaRPr lang="en-US" sz="14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EEEEEE"/>
                </a:solidFill>
              </a:rPr>
              <a:t>2. BioViz Local: An advanced, secure, and beautiful pathway visualization tool.</a:t>
            </a:r>
            <a:endParaRPr lang="en-US" sz="1400" dirty="0"/>
          </a:p>
          <a:p>
            <a:pPr indent="0" marL="0">
              <a:lnSpc>
                <a:spcPts val="2500"/>
              </a:lnSpc>
              <a:buNone/>
            </a:pPr>
            <a:endParaRPr lang="en-US" sz="1400" dirty="0"/>
          </a:p>
          <a:p>
            <a:pPr indent="0" marL="0">
              <a:lnSpc>
                <a:spcPts val="2500"/>
              </a:lnSpc>
              <a:buNone/>
            </a:pPr>
            <a:endParaRPr lang="en-US" sz="14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400" b="1" dirty="0">
                <a:solidFill>
                  <a:srgbClr val="5DADE2"/>
                </a:solidFill>
              </a:rPr>
              <a:t>GitHub Repository:</a:t>
            </a:r>
            <a:endParaRPr lang="en-US" sz="14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400" u="sng" dirty="0">
                <a:solidFill>
                  <a:srgbClr val="4ECDC4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https://github.com/bioviz/local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2025-12-09T10:57:57Z</dcterms:created>
  <dcterms:modified xsi:type="dcterms:W3CDTF">2025-12-09T10:57:57Z</dcterms:modified>
</cp:coreProperties>
</file>