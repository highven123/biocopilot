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HEM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ioviz/loca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ADE2"/>
                </a:solidFill>
              </a:rPr>
              <a:t>BioViz Local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KEGG Pathway Analysis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DE2"/>
                </a:solidFill>
              </a:rPr>
              <a:t>Pathway ID: hsa04640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Generated: 2025/12/9 22:28:38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Generated by BioViz 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Gene expression data was mapped to KEGG Pathway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[hsa04640]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 Color coding represents Log2 Fold Change (Red=Up, Blue=Down). Data processing and visualization were performed by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BioViz Local v0.1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Pathway Map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Statistics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Total Nodes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Upregulated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73.7%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Downregulated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21.1%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14 genes are upregulated.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4 genes are downregulated.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1 items show no significant change or were not detected.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Pathway Coverage: 100.0% of total pathway nodes.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Expression Details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Gene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Expression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Neutrophil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3.00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GMP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2.50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CD4+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2.00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Monocyte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1.80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Macrophage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B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-1.50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CMP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-1.20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CLP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0.80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Pro-B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-0.80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NK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0.60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HSC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MEP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-0.50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CD8+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Pro-T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0.40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MPP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NK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precursor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Eosinophil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Basophil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 &amp; Acknowledgements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EEEEEE"/>
                </a:solidFill>
              </a:rPr>
              <a:t>1. Kanehisa, M. and Goto, S.; KEGG: Kyoto Encyclopedia of Genes and Genomes. Nucleic Acids Res. 28, 27-30 (2000).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EEEEEE"/>
                </a:solidFill>
              </a:rPr>
              <a:t>2. BioViz Local: An advanced, secure, and beautiful pathway visualization tool.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5DADE2"/>
                </a:solidFill>
              </a:rPr>
              <a:t>GitHub Repository: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u="sng" dirty="0">
                <a:solidFill>
                  <a:srgbClr val="4ECDC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https://github.com/bioviz/local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2025-12-09T14:28:38Z</dcterms:created>
  <dcterms:modified xsi:type="dcterms:W3CDTF">2025-12-09T14:28:38Z</dcterms:modified>
</cp:coreProperties>
</file>