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HEM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ioviz/loca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ADE2"/>
                </a:solidFill>
              </a:rPr>
              <a:t>BioViz Local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KEGG Pathway Analysis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DADE2"/>
                </a:solidFill>
              </a:rPr>
              <a:t>Pathway ID: hsa00010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Generated: 2025/12/10 19:35:48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Generated by BioViz 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Gene expression data was mapped to KEGG Pathway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[hsa00010]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 Color coding represents Log2 Fold Change (Red=Up, Blue=Down). Data processing and visualization were performed by </a:t>
            </a:r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5DADE2"/>
                </a:solidFill>
              </a:rPr>
              <a:t>BioViz Local v0.1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EEEEEE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Pathway Map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4114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Statistics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Total Nodes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Upregulated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30.8%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Downregulated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30.8%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4 genes are upregulated.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4 genes are downregulated.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5 items show no significant change or were not detected.</a:t>
            </a: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</a:rPr>
              <a:t>Pathway Coverage: 61.5% of total pathway nodes.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Expression Details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LDHA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3.06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PKM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2.69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ENO1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2.00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PFKM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-1.62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PGK1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1.41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6B6B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HK1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-0.59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GPI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-0.17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D2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EEEE"/>
                          </a:solidFill>
                        </a:rPr>
                        <a:t>GAPDH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-0.02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CDC4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457200" marR="457200" marT="457200" marB="457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References &amp; Acknowledgements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1. Kanehisa, M. and Goto, S.; KEGG: Kyoto Encyclopedia of Genes and Genomes. Nucleic Acids Res. 28, 27-30 (2000).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EEEEEE"/>
                </a:solidFill>
              </a:rPr>
              <a:t>2. BioViz Local: An advanced, secure, and beautiful pathway visualization tool.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b="1" dirty="0">
                <a:solidFill>
                  <a:srgbClr val="5DADE2"/>
                </a:solidFill>
              </a:rPr>
              <a:t>GitHub Repository: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u="sng" dirty="0">
                <a:solidFill>
                  <a:srgbClr val="4ECDC4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https://github.com/bioviz/local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2025-12-10T11:35:48Z</dcterms:created>
  <dcterms:modified xsi:type="dcterms:W3CDTF">2025-12-10T11:35:48Z</dcterms:modified>
</cp:coreProperties>
</file>